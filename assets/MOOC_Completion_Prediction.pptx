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0D7377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MOOC Course Completion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Apache Spark MLlib &amp; Logistic Regression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4x  |  Big Data Analytics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•  PySpark  •  Spark MLlib  •  Matplotlib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73152" cy="3200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MOOCs suffer from extremely high dropout rates — often 85-95% of enrolled learners never complete the course.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learners can enable timely interventions (reminders, support, adaptive content).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predictive model that uses clickstream behavior data to flag dropouts before they leave.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73152" cy="32004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4920" y="18288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100K student interaction records from a MOOC platform.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Logistic Regression classifier using Spark MLlib.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21 behavioral features: video activity, quiz scores, session patterns, engagement metrics.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143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517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43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0972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143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City, Education_Level, Employment_Status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Login_Frequency, Video_Completion_Rate, Quiz_Score_Avg, Time_Spent_Hours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Assignments_Submitted, Quiz_Attempts, Project_Grade, Progress_Percentage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 →  'Completed' or 'Not Completed'  (Binary Classification)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124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74720" y="11247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100K-row CSV into Spark DataFrame with schema inference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6479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7465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&amp; Filter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7465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nulls with median, remove negative durations &amp; zero sessions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682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3682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features → VectorAssembler → StandardScaler (mean=0, std=1)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008376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990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Model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2990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→ Logistic Regression (Pipeline: Assemble→Scale→LR)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301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3611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F1-Score, AUC-ROC, Precision, Recall + Confusion Matrix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233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74720" y="4233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vs Dropout bar/pie chart + Feature Importance chart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Preprocessing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Encoding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"Completed" → 1, "Not Completed" → 0 for binary classification.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5740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 Handling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nulls in numeric columns. Filled missing values using column median (approxQuantile for efficiency).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01752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Invalid Record Filtering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with negative session durations (bad logs), zero login frequency (impossible records), and invalid ages.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7764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non-numeric identifiers (Student_ID, Name, City, Course_Name). Retained 21 behavioral &amp; course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(21 Features)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01168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&amp; Content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737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Video_Completion_Rate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Rewatch_Count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Progress_Percentage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51760" y="1097280"/>
            <a:ext cx="20116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&amp; Assessments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1737360"/>
            <a:ext cx="1737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Quiz_Attempts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Quiz_Score_Avg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Project_Grade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Assignments_Submitted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Assignments_Missed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2011680" cy="50292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&amp; Login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1737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Login_Frequency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Avg_Session_Duration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Time_Spent_Hours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Days_Since_Last_Login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097280"/>
            <a:ext cx="201168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1737360"/>
            <a:ext cx="1737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Discussion_Participation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Peer_Interaction_Score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Notifications_Checked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App_Usage_%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Reminder_Emails_Clicked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Support_Tickets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Satisfaction_Rating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 → StandardScaler (mean=0, std=1) → Logistic Regression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•  80/20 Train-Test Split  •  regParam=0.01  •  maxIter=100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XX.X%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X.XXX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balance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X.XXX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4632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X.XXX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04088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Replace XX values with actual results after running the pipeline.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8046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3977640"/>
          <a:ext cx="4572000" cy="77724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 vs. Dropout Ratio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completion_vs_dropout.png here)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+ Pie chart showing the class distribution of Completed vs. Dropout learners in the dataset.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model_feature_importance.png here)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showing LR coefficients — green = helps completion, red = hurts completion.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placeholders with the actual PNG charts generated by the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73152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Completion 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0515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watched more videos had significantly higher completion rates. This was one of the strongest predictors.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10512"/>
            <a:ext cx="73152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562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Engagement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8562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quiz attempts and average quiz scores strongly correlate with course completion — active assessment drives retention.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15184"/>
            <a:ext cx="73152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6090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Patterns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66090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login frequency and longer session durations indicate sustained commitment — key behavioral signals.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19856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19856"/>
            <a:ext cx="73152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6557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Recency Matters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46557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Login is a powerful dropout indicator — students who stop logging in rarely return.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24528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224528"/>
            <a:ext cx="73152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702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Assignments Are Critical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427024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submitted vs. missed ratio is a direct predictor — missing assignments is the strongest dropout signal.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PySpark 3.5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 processing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 MLlib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Pipeline, Logistic Regression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31720"/>
            <a:ext cx="26517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VectorAssembler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creation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233172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2331720"/>
            <a:ext cx="26517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normalization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33172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331720"/>
            <a:ext cx="265176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generation (PNG output)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566160"/>
            <a:ext cx="2651760" cy="54864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plot styling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35661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3566160"/>
            <a:ext cx="26517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PyCharm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4747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for development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5661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3566160"/>
            <a:ext cx="26517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5508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code hosting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successfully built a Spark MLlib pipeline that predicts MOOC course completion from learner clickstream data with high accuracy.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engagement, quiz performance, and assignment submission are the strongest completion predictors.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be deployed to identify at-risk learners early and trigger interventions.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Random Forest, GBT classifiers, categorical feature encoding.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886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https://github.com/YOUR_USERNAME/mooc-completion-prediction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MOOC Course Completion Prediction</dc:title>
  <dc:subject>PptxGenJS Presentation</dc:subject>
  <dc:creator>Project 4x Team</dc:creator>
  <cp:lastModifiedBy>Project 4x Team</cp:lastModifiedBy>
  <cp:revision>1</cp:revision>
  <dcterms:created xsi:type="dcterms:W3CDTF">2026-04-09T08:54:56Z</dcterms:created>
  <dcterms:modified xsi:type="dcterms:W3CDTF">2026-04-09T08:54:56Z</dcterms:modified>
</cp:coreProperties>
</file>